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4875581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20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红  伞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850697" y="2011680"/>
            <a:ext cx="5850697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一个关于门、黑暗与人间琐碎的故事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0697" y="5303520"/>
            <a:ext cx="58506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深夜悬疑  ·  短篇小说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凌晨两点十七分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林澈的手机震了一下。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屏幕亮起——一条陌生短信，只有四个字：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“别回消息。”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窗外的城市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第二条短信弹出：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“你现在窗边吗？”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林澈住在十二楼。窗外是沉下去的城市，路灯把雨后的人行道照得像刚擦过的玻璃。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solidFill>
            <a:srgbClr val="1A0A0A"/>
          </a:solidFill>
          <a:ln w="12700">
            <a:solidFill>
              <a:srgbClr val="2A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规则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第三条短信到来：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“如果你看见一个拿着红伞的人，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别让他进门。”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门铃响了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短促、坚定，像有人不打算离开。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林澈走到猫眼前：黑色外套，手握一把收拢的红伞，伞尖还在滴水。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他握住门把的手停住了。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第二个影子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智能门铃回放画面里——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那人身后还有第二个影子，贴在墙上，扁平得不合理，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手指的形状从墙面里“长”出来。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HORROR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门缝里的选择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“开门。”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门外的人这次没再客气。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林澈把黑伞从门缝里伸出去，伞尖对准那把红伞的伞柄——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用力一挑。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solidFill>
            <a:srgbClr val="1A0A0A"/>
          </a:solidFill>
          <a:ln w="12700">
            <a:solidFill>
              <a:srgbClr val="2A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红伞打开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伞面撑开的瞬间，走廊里所有的灯同时熄灭。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黑暗像一口井罩下来，连呼吸都被吞掉。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最后一条短信亮起：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“红伞打开时，门就不是你的门了。”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REVELATION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门把手开始自己向下压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链条锁不知何时已经解开。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就在门即将被推开的那一刻——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楼下便利店的自动门“叮咚”一声。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那声响像远处的灯塔，穿过一层层楼板爬上来。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TURNING POINT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别站在门后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如果门不再是你的门，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那就别站在门后。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林澈转身冲向窗边，拉开窗帘，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把手机举到窗外，朝楼下按下拨号键。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便利店夜班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“便利店夜班，有什么需要？”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“我需要你……一直跟我说话。别停。”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女声开始讲货架、讲雨后进货、讲早晨五点第一辆公交……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一切普通到不能再普通的事。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10908792" cy="5760720"/>
          </a:xfrm>
          <a:prstGeom prst="rect">
            <a:avLst/>
          </a:prstGeom>
          <a:solidFill>
            <a:srgbClr val="1A0A0A"/>
          </a:solidFill>
          <a:ln w="12700">
            <a:solidFill>
              <a:srgbClr val="2A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人间的琐碎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黑暗在门口停住了，像犹豫，像在倾听。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有些东西不是害怕光，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而是害怕人间的琐碎——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害怕有人用平常的声音，把你从一扇不属于你的门里，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F0CCC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拉回你自己的生活。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5394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天边泛起灰白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108173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他把额头抵在玻璃上，听着电话里持续的絮语，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直到天边泛起一点点灰白。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他这才发现，自己今晚出门没带钥匙，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却带着父亲留下的那块旧怀表。</a:t>
            </a: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endParaRPr lang="en-US" sz="18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指针走得很慢，但在走。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28632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DAWN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6355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12188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2000" kern="0" dirty="0">
                <a:solidFill>
                  <a:srgbClr val="C039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红  伞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8A8A8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"指针走得很慢，但在走。"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22876" y="5120640"/>
            <a:ext cx="274320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126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2026-02-25T02:25:49Z</dcterms:created>
  <dcterms:modified xsi:type="dcterms:W3CDTF">2026-02-25T02:25:49Z</dcterms:modified>
</cp:coreProperties>
</file>